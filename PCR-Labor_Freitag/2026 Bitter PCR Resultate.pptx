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1316B9-95A6-4D91-852F-6B36964A34D3}" v="5" dt="2026-03-02T16:49:35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99" d="100"/>
          <a:sy n="99" d="100"/>
        </p:scale>
        <p:origin x="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dmer Stefan" userId="dd5ab019-00ab-41d2-bb6e-79e186b962da" providerId="ADAL" clId="{4D95C327-3405-46D2-8CB2-5AD4CD73B6D5}"/>
    <pc:docChg chg="undo custSel addSld delSld modSld">
      <pc:chgData name="Widmer Stefan" userId="dd5ab019-00ab-41d2-bb6e-79e186b962da" providerId="ADAL" clId="{4D95C327-3405-46D2-8CB2-5AD4CD73B6D5}" dt="2026-03-02T16:53:02.308" v="535" actId="20577"/>
      <pc:docMkLst>
        <pc:docMk/>
      </pc:docMkLst>
      <pc:sldChg chg="addSp modSp mod">
        <pc:chgData name="Widmer Stefan" userId="dd5ab019-00ab-41d2-bb6e-79e186b962da" providerId="ADAL" clId="{4D95C327-3405-46D2-8CB2-5AD4CD73B6D5}" dt="2026-03-02T16:53:02.308" v="535" actId="20577"/>
        <pc:sldMkLst>
          <pc:docMk/>
          <pc:sldMk cId="1767352973" sldId="256"/>
        </pc:sldMkLst>
        <pc:spChg chg="add mod">
          <ac:chgData name="Widmer Stefan" userId="dd5ab019-00ab-41d2-bb6e-79e186b962da" providerId="ADAL" clId="{4D95C327-3405-46D2-8CB2-5AD4CD73B6D5}" dt="2026-03-02T16:48:17.646" v="428" actId="113"/>
          <ac:spMkLst>
            <pc:docMk/>
            <pc:sldMk cId="1767352973" sldId="256"/>
            <ac:spMk id="2" creationId="{93B8C591-1FE7-CE1E-E78F-F1B6A300C8FA}"/>
          </ac:spMkLst>
        </pc:spChg>
        <pc:spChg chg="add mod">
          <ac:chgData name="Widmer Stefan" userId="dd5ab019-00ab-41d2-bb6e-79e186b962da" providerId="ADAL" clId="{4D95C327-3405-46D2-8CB2-5AD4CD73B6D5}" dt="2026-03-02T16:03:06.077" v="348" actId="20577"/>
          <ac:spMkLst>
            <pc:docMk/>
            <pc:sldMk cId="1767352973" sldId="256"/>
            <ac:spMk id="5" creationId="{9E3F3026-8BC1-A059-A9D2-93AFEDCA4DA5}"/>
          </ac:spMkLst>
        </pc:spChg>
        <pc:spChg chg="add mod">
          <ac:chgData name="Widmer Stefan" userId="dd5ab019-00ab-41d2-bb6e-79e186b962da" providerId="ADAL" clId="{4D95C327-3405-46D2-8CB2-5AD4CD73B6D5}" dt="2026-03-02T16:53:02.308" v="535" actId="20577"/>
          <ac:spMkLst>
            <pc:docMk/>
            <pc:sldMk cId="1767352973" sldId="256"/>
            <ac:spMk id="12" creationId="{1CD2C552-A029-0C74-BD45-B1AB3506C4D0}"/>
          </ac:spMkLst>
        </pc:spChg>
        <pc:spChg chg="add mod">
          <ac:chgData name="Widmer Stefan" userId="dd5ab019-00ab-41d2-bb6e-79e186b962da" providerId="ADAL" clId="{4D95C327-3405-46D2-8CB2-5AD4CD73B6D5}" dt="2026-03-02T16:51:40.025" v="519" actId="14100"/>
          <ac:spMkLst>
            <pc:docMk/>
            <pc:sldMk cId="1767352973" sldId="256"/>
            <ac:spMk id="13" creationId="{7F1D7D9F-7452-1C5D-0BA8-A17DC21D3DA0}"/>
          </ac:spMkLst>
        </pc:spChg>
        <pc:spChg chg="mod">
          <ac:chgData name="Widmer Stefan" userId="dd5ab019-00ab-41d2-bb6e-79e186b962da" providerId="ADAL" clId="{4D95C327-3405-46D2-8CB2-5AD4CD73B6D5}" dt="2026-03-02T16:47:45.651" v="424" actId="14100"/>
          <ac:spMkLst>
            <pc:docMk/>
            <pc:sldMk cId="1767352973" sldId="256"/>
            <ac:spMk id="16" creationId="{F1A7AD85-3659-BA54-DFBB-5916B367D2EF}"/>
          </ac:spMkLst>
        </pc:spChg>
        <pc:spChg chg="mod">
          <ac:chgData name="Widmer Stefan" userId="dd5ab019-00ab-41d2-bb6e-79e186b962da" providerId="ADAL" clId="{4D95C327-3405-46D2-8CB2-5AD4CD73B6D5}" dt="2026-03-02T16:47:50.756" v="425" actId="14100"/>
          <ac:spMkLst>
            <pc:docMk/>
            <pc:sldMk cId="1767352973" sldId="256"/>
            <ac:spMk id="17" creationId="{77A5625F-08CF-C02C-7298-433240048A90}"/>
          </ac:spMkLst>
        </pc:spChg>
        <pc:spChg chg="mod">
          <ac:chgData name="Widmer Stefan" userId="dd5ab019-00ab-41d2-bb6e-79e186b962da" providerId="ADAL" clId="{4D95C327-3405-46D2-8CB2-5AD4CD73B6D5}" dt="2026-03-02T16:46:46.078" v="403" actId="1035"/>
          <ac:spMkLst>
            <pc:docMk/>
            <pc:sldMk cId="1767352973" sldId="256"/>
            <ac:spMk id="18" creationId="{62F6BE2C-8ED2-EA82-71D1-D718557499A3}"/>
          </ac:spMkLst>
        </pc:spChg>
        <pc:spChg chg="mod">
          <ac:chgData name="Widmer Stefan" userId="dd5ab019-00ab-41d2-bb6e-79e186b962da" providerId="ADAL" clId="{4D95C327-3405-46D2-8CB2-5AD4CD73B6D5}" dt="2026-03-02T16:46:46.078" v="403" actId="1035"/>
          <ac:spMkLst>
            <pc:docMk/>
            <pc:sldMk cId="1767352973" sldId="256"/>
            <ac:spMk id="19" creationId="{DE085891-ABB3-2EE0-C069-3F709B150225}"/>
          </ac:spMkLst>
        </pc:spChg>
        <pc:spChg chg="mod">
          <ac:chgData name="Widmer Stefan" userId="dd5ab019-00ab-41d2-bb6e-79e186b962da" providerId="ADAL" clId="{4D95C327-3405-46D2-8CB2-5AD4CD73B6D5}" dt="2026-03-02T15:52:38.253" v="194" actId="1076"/>
          <ac:spMkLst>
            <pc:docMk/>
            <pc:sldMk cId="1767352973" sldId="256"/>
            <ac:spMk id="20" creationId="{40CE4603-E343-75D1-0D2B-66FD5F4BFB1C}"/>
          </ac:spMkLst>
        </pc:spChg>
        <pc:picChg chg="mod modCrop">
          <ac:chgData name="Widmer Stefan" userId="dd5ab019-00ab-41d2-bb6e-79e186b962da" providerId="ADAL" clId="{4D95C327-3405-46D2-8CB2-5AD4CD73B6D5}" dt="2026-03-02T16:47:39.354" v="423" actId="732"/>
          <ac:picMkLst>
            <pc:docMk/>
            <pc:sldMk cId="1767352973" sldId="256"/>
            <ac:picMk id="7" creationId="{F7882FFE-B51C-0EFF-6A9A-413B115C0A16}"/>
          </ac:picMkLst>
        </pc:picChg>
        <pc:picChg chg="mod">
          <ac:chgData name="Widmer Stefan" userId="dd5ab019-00ab-41d2-bb6e-79e186b962da" providerId="ADAL" clId="{4D95C327-3405-46D2-8CB2-5AD4CD73B6D5}" dt="2026-03-02T15:52:38.253" v="194" actId="1076"/>
          <ac:picMkLst>
            <pc:docMk/>
            <pc:sldMk cId="1767352973" sldId="256"/>
            <ac:picMk id="29" creationId="{69A85F80-6A66-3D8B-F506-4CE645424A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E7A0A-7F98-79AB-1B67-FCBB7C495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63E24E-7E77-A7BC-AD57-7CC132BCD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8CA7B-A784-4587-C07C-C2957292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3105D5-00A0-F970-269B-1796A5F2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4B4CD1-CEC3-A93C-EAA0-FEA83BB6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4847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2F06B5-569B-4660-D836-7140D0D1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F0002B-00D4-79D7-4198-DC60F6E5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5E5986-4B55-7731-3424-B4740EC97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A2B298-9B84-3B9B-0E33-59204731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2C679-3784-2DA1-9D0F-58A88836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78737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50E10-937E-1576-8841-3EC3474E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298B2B-B95B-A59C-51DC-8A9FD217A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FE9B2E-4BF3-DFD8-3371-B842E822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C89370-7119-9CF7-1568-29A6F3E2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C05E2B-9805-A16C-DC6C-DD1331EE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8289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FFFABB-5176-87A9-EA07-1B041DDD3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DFF09B-7BAF-DDAB-1AA7-D34877DCB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20BBF10-9294-F938-B341-66D10C304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BB7377-09F2-11B7-E23D-AB3FAB4D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B4C1A6-F98E-FD75-E0C0-3E831817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B8DDD7-B9D3-0902-7B30-4A3E100E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1463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F377C5-993C-B298-356A-3A9023F7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5EBFFC-A307-DD2C-376C-DCF9BA547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1EADE2-A850-FDD6-AF38-CB11E7462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C0F0259-8D6F-E0A3-72E5-BF6A99139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FC0AB2-4B05-19DD-5088-76F85A53C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6C1EC53-6D90-AEDB-AF02-5C859F504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F5A91F-DC5A-AB51-A5AD-3A645BA10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4E333E7-603A-7A92-90AB-3A0280FF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7290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9FA50B-3AC9-D7D9-1513-1C2A61BB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2E38E7-B8DF-64CD-7611-72B541964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9A6C32-F4DA-C840-1232-7935F20C9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0ED39F-DE60-B482-B472-A4F7D65F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3478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8A5D876-6B9C-71DA-A838-91F59E74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4F57D33-EA5B-CED3-35E8-D3344E91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FC82CC-A64B-0340-4379-2D8F4BFB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2269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06BCA2-AD4F-BBAE-17D7-9EA7AA8F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20FFD0-4F77-810E-BD0E-836B25283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DA5B2F-216A-6662-AF84-C2D2FC142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9E5A01-7C33-3712-0991-06F2C6A01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AE18F7-7897-33DF-C8B8-6A37EC58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9F648-1AB4-EFC5-28E6-AA212565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0053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29ACE-50BC-4993-CF63-79C171C0C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D1FFEA-01FD-3370-9DB0-06CAF33C1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225EF3-1B26-D11C-87B1-A480801B9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06122C-7720-8203-FFFC-E8625EF6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54CED2-6001-55A7-132D-1172F7AF9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DCF298-2B21-D5C5-5B97-83F14E19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3722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676D1-B153-EF51-0E75-FA67AA87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DC748D-C307-785B-1477-4EA0BB866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CD4645-3234-6CBB-E318-A1594887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0AABEB-D385-5964-629A-6B03B0E5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855930-3505-5DC3-4FFA-BE80C24D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5802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0F4B1D7-CD07-BF2E-06FE-22869E947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010B169-8C54-C3DD-7B7C-1DFD54A5D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9CAE83-162F-F67C-EF60-E080C8C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6C2BE8-2F50-A8BF-7005-DA010BD8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2013CF-12B0-65FF-DA92-ADE1FC9F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7532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C648E7B-D9FA-9F0A-ED66-4B04910E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DF0676-5A90-3C48-1B18-A4D270CFF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0E3EA9-567D-DD27-B974-A7AF37974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C2C80-D2AA-4EB9-88B8-BB15BB0E8A2B}" type="datetimeFigureOut">
              <a:rPr lang="en-CH" smtClean="0"/>
              <a:t>02.03.2026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EFA856-5FFE-10CF-B4D2-6245F6470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C5AEAD-77C8-92D9-03B6-9B8C81BEF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59E13-694F-4942-AC33-45D13E01D06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7842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0CE14D9B-3718-3008-426B-7AEC4C2CFDB8}"/>
              </a:ext>
            </a:extLst>
          </p:cNvPr>
          <p:cNvSpPr txBox="1"/>
          <p:nvPr/>
        </p:nvSpPr>
        <p:spPr>
          <a:xfrm>
            <a:off x="5967443" y="3957626"/>
            <a:ext cx="2769777" cy="64633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CH" dirty="0" err="1">
                <a:solidFill>
                  <a:srgbClr val="FF0000"/>
                </a:solidFill>
              </a:rPr>
              <a:t>inner</a:t>
            </a:r>
            <a:r>
              <a:rPr lang="de-CH" dirty="0">
                <a:solidFill>
                  <a:srgbClr val="FF0000"/>
                </a:solidFill>
              </a:rPr>
              <a:t> Reverse = 0.25x </a:t>
            </a:r>
            <a:endParaRPr lang="en-CH" dirty="0">
              <a:solidFill>
                <a:srgbClr val="FF0000"/>
              </a:solidFill>
            </a:endParaRPr>
          </a:p>
          <a:p>
            <a:r>
              <a:rPr lang="de-CH" dirty="0">
                <a:solidFill>
                  <a:srgbClr val="FF0000"/>
                </a:solidFill>
              </a:rPr>
              <a:t> </a:t>
            </a:r>
            <a:endParaRPr lang="en-CH" dirty="0">
              <a:solidFill>
                <a:srgbClr val="FF0000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7882FFE-B51C-0EFF-6A9A-413B115C0A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866"/>
          <a:stretch>
            <a:fillRect/>
          </a:stretch>
        </p:blipFill>
        <p:spPr>
          <a:xfrm>
            <a:off x="7227000" y="192030"/>
            <a:ext cx="3790950" cy="293613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D4CABA9-99E2-FD6F-AE32-BDA89931B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" y="4320055"/>
            <a:ext cx="4696359" cy="2137895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F1A7AD85-3659-BA54-DFBB-5916B367D2EF}"/>
              </a:ext>
            </a:extLst>
          </p:cNvPr>
          <p:cNvSpPr/>
          <p:nvPr/>
        </p:nvSpPr>
        <p:spPr>
          <a:xfrm>
            <a:off x="7227839" y="217792"/>
            <a:ext cx="1894636" cy="29176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7A5625F-08CF-C02C-7298-433240048A90}"/>
              </a:ext>
            </a:extLst>
          </p:cNvPr>
          <p:cNvSpPr/>
          <p:nvPr/>
        </p:nvSpPr>
        <p:spPr>
          <a:xfrm>
            <a:off x="9113940" y="217792"/>
            <a:ext cx="1894636" cy="2917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2F6BE2C-8ED2-EA82-71D1-D718557499A3}"/>
              </a:ext>
            </a:extLst>
          </p:cNvPr>
          <p:cNvSpPr txBox="1"/>
          <p:nvPr/>
        </p:nvSpPr>
        <p:spPr>
          <a:xfrm>
            <a:off x="7308306" y="397654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1        3        4       5        1        3        4       5</a:t>
            </a:r>
            <a:endParaRPr lang="en-CH" dirty="0">
              <a:solidFill>
                <a:srgbClr val="FF0000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E085891-ABB3-2EE0-C069-3F709B150225}"/>
              </a:ext>
            </a:extLst>
          </p:cNvPr>
          <p:cNvSpPr txBox="1"/>
          <p:nvPr/>
        </p:nvSpPr>
        <p:spPr>
          <a:xfrm>
            <a:off x="7350976" y="120655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Flank </a:t>
            </a:r>
            <a:r>
              <a:rPr lang="de-CH" dirty="0" err="1">
                <a:solidFill>
                  <a:srgbClr val="FF0000"/>
                </a:solidFill>
              </a:rPr>
              <a:t>forward</a:t>
            </a:r>
            <a:r>
              <a:rPr lang="de-CH" dirty="0">
                <a:solidFill>
                  <a:srgbClr val="FF0000"/>
                </a:solidFill>
              </a:rPr>
              <a:t>             Flank reverse</a:t>
            </a:r>
            <a:endParaRPr lang="en-CH" dirty="0">
              <a:solidFill>
                <a:srgbClr val="FF0000"/>
              </a:solidFill>
            </a:endParaRPr>
          </a:p>
          <a:p>
            <a:r>
              <a:rPr lang="de-CH" dirty="0">
                <a:solidFill>
                  <a:srgbClr val="FF0000"/>
                </a:solidFill>
              </a:rPr>
              <a:t> </a:t>
            </a:r>
            <a:endParaRPr lang="en-CH" dirty="0">
              <a:solidFill>
                <a:srgbClr val="FF0000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0CE4603-E343-75D1-0D2B-66FD5F4BFB1C}"/>
              </a:ext>
            </a:extLst>
          </p:cNvPr>
          <p:cNvSpPr txBox="1"/>
          <p:nvPr/>
        </p:nvSpPr>
        <p:spPr>
          <a:xfrm>
            <a:off x="646824" y="3082000"/>
            <a:ext cx="5625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 </a:t>
            </a:r>
            <a:r>
              <a:rPr lang="de-CH" dirty="0" err="1">
                <a:solidFill>
                  <a:srgbClr val="FF0000"/>
                </a:solidFill>
              </a:rPr>
              <a:t>neg</a:t>
            </a:r>
            <a:r>
              <a:rPr lang="de-CH" dirty="0">
                <a:solidFill>
                  <a:srgbClr val="FF0000"/>
                </a:solidFill>
              </a:rPr>
              <a:t>        9      8                   7        6      5       4        3      2       1</a:t>
            </a:r>
            <a:endParaRPr lang="en-CH" dirty="0">
              <a:solidFill>
                <a:srgbClr val="FF0000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FA846A9-4481-0C3E-1A0C-735464711B64}"/>
              </a:ext>
            </a:extLst>
          </p:cNvPr>
          <p:cNvSpPr txBox="1"/>
          <p:nvPr/>
        </p:nvSpPr>
        <p:spPr>
          <a:xfrm>
            <a:off x="1198474" y="5817827"/>
            <a:ext cx="5625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1            2          3         4          5          1          2</a:t>
            </a:r>
            <a:endParaRPr lang="en-CH" dirty="0">
              <a:solidFill>
                <a:srgbClr val="FF0000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52D2B8C-D4F1-011F-E23D-9CBD4A30CA2A}"/>
              </a:ext>
            </a:extLst>
          </p:cNvPr>
          <p:cNvSpPr txBox="1"/>
          <p:nvPr/>
        </p:nvSpPr>
        <p:spPr>
          <a:xfrm>
            <a:off x="4011034" y="432005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Flank</a:t>
            </a:r>
            <a:endParaRPr lang="en-CH" dirty="0">
              <a:solidFill>
                <a:srgbClr val="FF0000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630EFFC-7AB3-095A-AFFB-779267D4CF4F}"/>
              </a:ext>
            </a:extLst>
          </p:cNvPr>
          <p:cNvSpPr/>
          <p:nvPr/>
        </p:nvSpPr>
        <p:spPr>
          <a:xfrm>
            <a:off x="3945198" y="4320055"/>
            <a:ext cx="1146181" cy="21378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69A85F80-6A66-3D8B-F506-4CE645424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3" y="400049"/>
            <a:ext cx="6038850" cy="3028950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71A82480-B222-AD7A-DE27-074BE9DC214F}"/>
              </a:ext>
            </a:extLst>
          </p:cNvPr>
          <p:cNvSpPr txBox="1"/>
          <p:nvPr/>
        </p:nvSpPr>
        <p:spPr>
          <a:xfrm>
            <a:off x="927146" y="2826312"/>
            <a:ext cx="5625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1         2       3       4       5        6      7                 8        9       -</a:t>
            </a:r>
            <a:endParaRPr lang="en-CH" dirty="0">
              <a:solidFill>
                <a:srgbClr val="FF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7B8DD3F-894A-C7FF-8B31-3CA926595D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988" b="13474"/>
          <a:stretch>
            <a:fillRect/>
          </a:stretch>
        </p:blipFill>
        <p:spPr>
          <a:xfrm>
            <a:off x="5967444" y="4312775"/>
            <a:ext cx="2769777" cy="213789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A98AEBC0-7719-5FC9-7600-EB1CF19D9591}"/>
              </a:ext>
            </a:extLst>
          </p:cNvPr>
          <p:cNvSpPr txBox="1"/>
          <p:nvPr/>
        </p:nvSpPr>
        <p:spPr>
          <a:xfrm>
            <a:off x="6096000" y="5899197"/>
            <a:ext cx="5625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2     7     8           2     7      8</a:t>
            </a:r>
            <a:endParaRPr lang="en-CH" dirty="0">
              <a:solidFill>
                <a:srgbClr val="FF0000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217A356-FF64-CFE9-8855-C2B60BFA5BF8}"/>
              </a:ext>
            </a:extLst>
          </p:cNvPr>
          <p:cNvSpPr/>
          <p:nvPr/>
        </p:nvSpPr>
        <p:spPr>
          <a:xfrm>
            <a:off x="7400868" y="4342388"/>
            <a:ext cx="1143831" cy="2115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06924DB-E123-3655-5CFF-732AE592C380}"/>
              </a:ext>
            </a:extLst>
          </p:cNvPr>
          <p:cNvSpPr/>
          <p:nvPr/>
        </p:nvSpPr>
        <p:spPr>
          <a:xfrm>
            <a:off x="5967444" y="4342388"/>
            <a:ext cx="1126732" cy="2108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52EB3AC-1176-C710-11B8-6744A0A9EF8D}"/>
              </a:ext>
            </a:extLst>
          </p:cNvPr>
          <p:cNvSpPr txBox="1"/>
          <p:nvPr/>
        </p:nvSpPr>
        <p:spPr>
          <a:xfrm>
            <a:off x="5967444" y="4342036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72 Grad               66 Grad</a:t>
            </a:r>
            <a:endParaRPr lang="en-CH" dirty="0">
              <a:solidFill>
                <a:srgbClr val="FF0000"/>
              </a:solidFill>
            </a:endParaRPr>
          </a:p>
          <a:p>
            <a:r>
              <a:rPr lang="de-CH" dirty="0">
                <a:solidFill>
                  <a:srgbClr val="FF0000"/>
                </a:solidFill>
              </a:rPr>
              <a:t> </a:t>
            </a:r>
            <a:endParaRPr lang="en-CH" dirty="0">
              <a:solidFill>
                <a:srgbClr val="FF0000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2525CA8-4226-F261-5844-4B7467D1655A}"/>
              </a:ext>
            </a:extLst>
          </p:cNvPr>
          <p:cNvSpPr/>
          <p:nvPr/>
        </p:nvSpPr>
        <p:spPr>
          <a:xfrm>
            <a:off x="5956792" y="3957626"/>
            <a:ext cx="2769777" cy="2500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3B8C591-1FE7-CE1E-E78F-F1B6A300C8FA}"/>
              </a:ext>
            </a:extLst>
          </p:cNvPr>
          <p:cNvSpPr txBox="1"/>
          <p:nvPr/>
        </p:nvSpPr>
        <p:spPr>
          <a:xfrm>
            <a:off x="235578" y="3494028"/>
            <a:ext cx="4721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dirty="0"/>
              <a:t>1. Probelauf, Interpretation: </a:t>
            </a:r>
            <a:r>
              <a:rPr lang="de-CH" sz="1400" b="1" dirty="0"/>
              <a:t>AA</a:t>
            </a:r>
            <a:r>
              <a:rPr lang="de-CH" sz="1400" dirty="0"/>
              <a:t>=2,3; </a:t>
            </a:r>
            <a:r>
              <a:rPr lang="de-CH" sz="1400" dirty="0" err="1"/>
              <a:t>aa</a:t>
            </a:r>
            <a:r>
              <a:rPr lang="de-CH" sz="1400" dirty="0"/>
              <a:t>=1,4,6,8(,9); Aa=5,7</a:t>
            </a:r>
            <a:endParaRPr lang="en-CH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E3F3026-8BC1-A059-A9D2-93AFEDCA4DA5}"/>
              </a:ext>
            </a:extLst>
          </p:cNvPr>
          <p:cNvSpPr txBox="1"/>
          <p:nvPr/>
        </p:nvSpPr>
        <p:spPr>
          <a:xfrm>
            <a:off x="252413" y="6465230"/>
            <a:ext cx="4345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dirty="0"/>
              <a:t>2. Probelauf, Flank=nur äussere, keine inneren Primer </a:t>
            </a:r>
            <a:endParaRPr lang="en-CH" sz="14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CD2C552-A029-0C74-BD45-B1AB3506C4D0}"/>
              </a:ext>
            </a:extLst>
          </p:cNvPr>
          <p:cNvSpPr txBox="1"/>
          <p:nvPr/>
        </p:nvSpPr>
        <p:spPr>
          <a:xfrm>
            <a:off x="7163097" y="3169156"/>
            <a:ext cx="4904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dirty="0"/>
              <a:t>3. Probelauf, </a:t>
            </a:r>
            <a:r>
              <a:rPr lang="de-CH" sz="1400"/>
              <a:t>2 separate PCR, </a:t>
            </a:r>
            <a:r>
              <a:rPr lang="de-CH" sz="1400" dirty="0"/>
              <a:t>flank </a:t>
            </a:r>
            <a:r>
              <a:rPr lang="de-CH" sz="1400" dirty="0" err="1"/>
              <a:t>forward</a:t>
            </a:r>
            <a:r>
              <a:rPr lang="de-CH" sz="1400" dirty="0"/>
              <a:t> und </a:t>
            </a:r>
            <a:r>
              <a:rPr lang="de-CH" sz="1400" dirty="0" err="1"/>
              <a:t>inner</a:t>
            </a:r>
            <a:r>
              <a:rPr lang="de-CH" sz="1400" dirty="0"/>
              <a:t> reverse </a:t>
            </a:r>
            <a:br>
              <a:rPr lang="de-CH" sz="1400" dirty="0"/>
            </a:br>
            <a:r>
              <a:rPr lang="de-CH" sz="1400" u="sng" dirty="0"/>
              <a:t>oder</a:t>
            </a:r>
            <a:r>
              <a:rPr lang="de-CH" sz="1400" dirty="0"/>
              <a:t> flank reverse und </a:t>
            </a:r>
            <a:r>
              <a:rPr lang="de-CH" sz="1400" dirty="0" err="1"/>
              <a:t>inner</a:t>
            </a:r>
            <a:r>
              <a:rPr lang="de-CH" sz="1400" dirty="0"/>
              <a:t> </a:t>
            </a:r>
            <a:r>
              <a:rPr lang="de-CH" sz="1400" dirty="0" err="1"/>
              <a:t>forward</a:t>
            </a:r>
            <a:endParaRPr lang="en-CH" sz="14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F1D7D9F-7452-1C5D-0BA8-A17DC21D3DA0}"/>
              </a:ext>
            </a:extLst>
          </p:cNvPr>
          <p:cNvSpPr txBox="1"/>
          <p:nvPr/>
        </p:nvSpPr>
        <p:spPr>
          <a:xfrm>
            <a:off x="5898420" y="6496067"/>
            <a:ext cx="5924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dirty="0"/>
              <a:t>4. Probelauf, Gradient PCR mit 2 verschiedenen Temperaturen</a:t>
            </a:r>
            <a:endParaRPr lang="en-CH" sz="1400" dirty="0"/>
          </a:p>
        </p:txBody>
      </p:sp>
    </p:spTree>
    <p:extLst>
      <p:ext uri="{BB962C8B-B14F-4D97-AF65-F5344CB8AC3E}">
        <p14:creationId xmlns:p14="http://schemas.microsoft.com/office/powerpoint/2010/main" val="1767352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BA973D5C554AA4ABA929ADB7A4F9049" ma:contentTypeVersion="39" ma:contentTypeDescription="Ein neues Dokument erstellen." ma:contentTypeScope="" ma:versionID="a52fd2614a1d3bf575fcbb46d241331f">
  <xsd:schema xmlns:xsd="http://www.w3.org/2001/XMLSchema" xmlns:xs="http://www.w3.org/2001/XMLSchema" xmlns:p="http://schemas.microsoft.com/office/2006/metadata/properties" xmlns:ns2="368d6971-120d-4ab4-9670-77eef88ab060" xmlns:ns3="8e92e3b5-ed5c-4e1c-854b-a684680ddaa9" xmlns:ns4="249c2914-9404-4d51-b7b8-223bd000577b" targetNamespace="http://schemas.microsoft.com/office/2006/metadata/properties" ma:root="true" ma:fieldsID="fab989aeaefe387d2e15932d793b68bb" ns2:_="" ns3:_="" ns4:_="">
    <xsd:import namespace="368d6971-120d-4ab4-9670-77eef88ab060"/>
    <xsd:import namespace="8e92e3b5-ed5c-4e1c-854b-a684680ddaa9"/>
    <xsd:import namespace="249c2914-9404-4d51-b7b8-223bd00057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d6971-120d-4ab4-9670-77eef88ab0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NotebookType" ma:index="16" nillable="true" ma:displayName="Notebook Type" ma:internalName="NotebookType">
      <xsd:simpleType>
        <xsd:restriction base="dms:Text"/>
      </xsd:simpleType>
    </xsd:element>
    <xsd:element name="FolderType" ma:index="17" nillable="true" ma:displayName="Folder Type" ma:internalName="FolderType">
      <xsd:simpleType>
        <xsd:restriction base="dms:Text"/>
      </xsd:simpleType>
    </xsd:element>
    <xsd:element name="CultureName" ma:index="18" nillable="true" ma:displayName="Culture Name" ma:internalName="CultureName">
      <xsd:simpleType>
        <xsd:restriction base="dms:Text"/>
      </xsd:simpleType>
    </xsd:element>
    <xsd:element name="AppVersion" ma:index="19" nillable="true" ma:displayName="App Version" ma:internalName="AppVersion">
      <xsd:simpleType>
        <xsd:restriction base="dms:Text"/>
      </xsd:simpleType>
    </xsd:element>
    <xsd:element name="TeamsChannelId" ma:index="20" nillable="true" ma:displayName="Teams Channel Id" ma:internalName="TeamsChannelId">
      <xsd:simpleType>
        <xsd:restriction base="dms:Text"/>
      </xsd:simpleType>
    </xsd:element>
    <xsd:element name="Owner" ma:index="2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2" nillable="true" ma:displayName="Math Settings" ma:internalName="Math_Settings">
      <xsd:simpleType>
        <xsd:restriction base="dms:Text"/>
      </xsd:simpleType>
    </xsd:element>
    <xsd:element name="DefaultSectionNames" ma:index="2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4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0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1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2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3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4" nillable="true" ma:displayName="Is Collaboration Space Locked" ma:internalName="Is_Collaboration_Space_Locked">
      <xsd:simpleType>
        <xsd:restriction base="dms:Boolean"/>
      </xsd:simpleType>
    </xsd:element>
    <xsd:element name="IsNotebookLocked" ma:index="35" nillable="true" ma:displayName="Is Notebook Locked" ma:internalName="IsNotebookLocked">
      <xsd:simpleType>
        <xsd:restriction base="dms:Boolean"/>
      </xsd:simpleType>
    </xsd:element>
    <xsd:element name="MediaServiceAutoKeyPoints" ma:index="3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4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42" nillable="true" ma:taxonomy="true" ma:internalName="lcf76f155ced4ddcb4097134ff3c332f" ma:taxonomyFieldName="MediaServiceImageTags" ma:displayName="Bildmarkierungen" ma:readOnly="false" ma:fieldId="{5cf76f15-5ced-4ddc-b409-7134ff3c332f}" ma:taxonomyMulti="true" ma:sspId="fbfdc7f3-9c6b-4040-8aaf-2c6447c82d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e3b5-ed5c-4e1c-854b-a684680ddaa9" elementFormDefault="qualified">
    <xsd:import namespace="http://schemas.microsoft.com/office/2006/documentManagement/types"/>
    <xsd:import namespace="http://schemas.microsoft.com/office/infopath/2007/PartnerControls"/>
    <xsd:element name="SharedWithUsers" ma:index="3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9c2914-9404-4d51-b7b8-223bd000577b" elementFormDefault="qualified">
    <xsd:import namespace="http://schemas.microsoft.com/office/2006/documentManagement/types"/>
    <xsd:import namespace="http://schemas.microsoft.com/office/infopath/2007/PartnerControls"/>
    <xsd:element name="TaxCatchAll" ma:index="43" nillable="true" ma:displayName="Taxonomy Catch All Column" ma:hidden="true" ma:list="{8cdc91b7-0c70-41f0-a56b-43dd559fbcca}" ma:internalName="TaxCatchAll" ma:showField="CatchAllData" ma:web="8e92e3b5-ed5c-4e1c-854b-a684680dda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ltureName xmlns="368d6971-120d-4ab4-9670-77eef88ab060" xsi:nil="true"/>
    <Templates xmlns="368d6971-120d-4ab4-9670-77eef88ab060" xsi:nil="true"/>
    <AppVersion xmlns="368d6971-120d-4ab4-9670-77eef88ab060" xsi:nil="true"/>
    <Invited_Teachers xmlns="368d6971-120d-4ab4-9670-77eef88ab060" xsi:nil="true"/>
    <Invited_Students xmlns="368d6971-120d-4ab4-9670-77eef88ab060" xsi:nil="true"/>
    <IsNotebookLocked xmlns="368d6971-120d-4ab4-9670-77eef88ab060" xsi:nil="true"/>
    <Students xmlns="368d6971-120d-4ab4-9670-77eef88ab060">
      <UserInfo>
        <DisplayName/>
        <AccountId xsi:nil="true"/>
        <AccountType/>
      </UserInfo>
    </Students>
    <Student_Groups xmlns="368d6971-120d-4ab4-9670-77eef88ab060">
      <UserInfo>
        <DisplayName/>
        <AccountId xsi:nil="true"/>
        <AccountType/>
      </UserInfo>
    </Student_Groups>
    <Math_Settings xmlns="368d6971-120d-4ab4-9670-77eef88ab060" xsi:nil="true"/>
    <Self_Registration_Enabled xmlns="368d6971-120d-4ab4-9670-77eef88ab060" xsi:nil="true"/>
    <TeamsChannelId xmlns="368d6971-120d-4ab4-9670-77eef88ab060" xsi:nil="true"/>
    <NotebookType xmlns="368d6971-120d-4ab4-9670-77eef88ab060" xsi:nil="true"/>
    <lcf76f155ced4ddcb4097134ff3c332f xmlns="368d6971-120d-4ab4-9670-77eef88ab060">
      <Terms xmlns="http://schemas.microsoft.com/office/infopath/2007/PartnerControls"/>
    </lcf76f155ced4ddcb4097134ff3c332f>
    <Has_Teacher_Only_SectionGroup xmlns="368d6971-120d-4ab4-9670-77eef88ab060" xsi:nil="true"/>
    <LMS_Mappings xmlns="368d6971-120d-4ab4-9670-77eef88ab060" xsi:nil="true"/>
    <FolderType xmlns="368d6971-120d-4ab4-9670-77eef88ab060" xsi:nil="true"/>
    <Owner xmlns="368d6971-120d-4ab4-9670-77eef88ab060">
      <UserInfo>
        <DisplayName/>
        <AccountId xsi:nil="true"/>
        <AccountType/>
      </UserInfo>
    </Owner>
    <Teachers xmlns="368d6971-120d-4ab4-9670-77eef88ab060">
      <UserInfo>
        <DisplayName/>
        <AccountId xsi:nil="true"/>
        <AccountType/>
      </UserInfo>
    </Teachers>
    <TaxCatchAll xmlns="249c2914-9404-4d51-b7b8-223bd000577b" xsi:nil="true"/>
    <DefaultSectionNames xmlns="368d6971-120d-4ab4-9670-77eef88ab060" xsi:nil="true"/>
    <Distribution_Groups xmlns="368d6971-120d-4ab4-9670-77eef88ab060" xsi:nil="true"/>
    <Is_Collaboration_Space_Locked xmlns="368d6971-120d-4ab4-9670-77eef88ab060" xsi:nil="true"/>
  </documentManagement>
</p:properties>
</file>

<file path=customXml/itemProps1.xml><?xml version="1.0" encoding="utf-8"?>
<ds:datastoreItem xmlns:ds="http://schemas.openxmlformats.org/officeDocument/2006/customXml" ds:itemID="{F19EDD24-87A8-42C3-A674-F647E527DCF0}"/>
</file>

<file path=customXml/itemProps2.xml><?xml version="1.0" encoding="utf-8"?>
<ds:datastoreItem xmlns:ds="http://schemas.openxmlformats.org/officeDocument/2006/customXml" ds:itemID="{5880D002-D3E4-4991-9578-23B1E8C43111}"/>
</file>

<file path=customXml/itemProps3.xml><?xml version="1.0" encoding="utf-8"?>
<ds:datastoreItem xmlns:ds="http://schemas.openxmlformats.org/officeDocument/2006/customXml" ds:itemID="{CD46B71C-8308-449F-960A-1E57B3A47CF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Breitbild</PresentationFormat>
  <Paragraphs>16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Widmer Stefan</dc:creator>
  <cp:lastModifiedBy>Widmer Stefan</cp:lastModifiedBy>
  <cp:revision>1</cp:revision>
  <dcterms:created xsi:type="dcterms:W3CDTF">2025-11-05T11:03:39Z</dcterms:created>
  <dcterms:modified xsi:type="dcterms:W3CDTF">2026-03-02T16:53:04Z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0x0101008BA973D5C554AA4ABA929ADB7A4F9049</vt:lpwstr>
  </property>
</Properties>
</file>